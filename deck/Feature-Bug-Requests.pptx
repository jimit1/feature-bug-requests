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Two gates in code: a PII scrub before any reader sees a word, and a schema plus an exact quote check before anything is stored. The frontier editor agent reads existing themes first, then files each new claim: append or open, with one line of why. A golden set runs every night so drift fails the job.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Hallucination. Six checks in the order the data meets them: exact quotes with a locator, a fixed schema so free text is impossible, a code check that the quote is in the cited source, a stated reason on every editor decision, an ask agent that knows only the library and says when it does not cover a question, and a golden set every night that fails the job on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A wider scrub, a wider golden set, live connectors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The stack, the model tiers, the size of the mock data, the checks in code including that every agent answers only through a schema, the hosting, and the first week of real numbers. Every one of these was a choice; the point is that nothing here is accidental.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70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invented can reach the page: six checks, in the order the data meets them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7439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the next steps are designed, not built</a:t>
            </a:r>
            <a:endParaRPr lang="en-US" sz="2200" dirty="0"/>
          </a:p>
        </p:txBody>
      </p:sp>
      <p:pic>
        <p:nvPicPr>
          <p:cNvPr id="4" name="Image 0" descr="png/body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085575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the decisions behind it</a:t>
            </a:r>
            <a:endParaRPr lang="en-US" sz="2200" dirty="0"/>
          </a:p>
        </p:txBody>
      </p:sp>
      <p:pic>
        <p:nvPicPr>
          <p:cNvPr id="4" name="Image 0" descr="png/body/slide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259982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2026-09-15T22:48:08Z</dcterms:created>
  <dcterms:modified xsi:type="dcterms:W3CDTF">2026-09-15T22:48:08Z</dcterms:modified>
</cp:coreProperties>
</file>