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Two gates in code: a PII scrub before any reader sees a word, and a schema plus an exact quote check before anything is stored. The frontier editor agent reads existing themes first, then files each new claim: append or open, with one line of why. A golden set runs every night so drift fails the job.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Hallucination. Six checks in the order the data meets them: exact quotes with a locator, a fixed schema so free text is impossible, a code check that the quote is in the cited source, a stated reason on every editor decision, an ask agent that knows only the library and says when it does not cover a question, and a golden set every night, covering how the editor files as well as the claims, that fails the job on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A wider scrub, live connectors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 including that every agent answers only through a schema,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70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checks that stop hallucination, in the order the data meets them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6991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188732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322335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2026-09-16T17:48:35Z</dcterms:created>
  <dcterms:modified xsi:type="dcterms:W3CDTF">2026-09-16T17:48:35Z</dcterms:modified>
</cp:coreProperties>
</file>