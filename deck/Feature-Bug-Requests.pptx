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The frontier editor agent reads existing themes first, then files each new claim: append or open, with one line of why.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PII scrub, live connectors, evals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19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326268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2026-09-15T21:23:07Z</dcterms:created>
  <dcterms:modified xsi:type="dcterms:W3CDTF">2026-09-15T21:23:07Z</dcterms:modified>
</cp:coreProperties>
</file>