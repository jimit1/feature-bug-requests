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Situation and complication. Dozens of calls and cases a week hold what the market wants. What reaches product today is word of mouth with no source attached.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answer. Calls and cases collapse into a ranked list. Any line opens to the customer quote and the exact moment it was said.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System. One nightly job: readers write verified claims, the editor files claims into themes. themes/ is the single source; the digest UI and the ask agent both read it. Commits are the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Agents. Two cheap reader agents, one per source, return structured records. Two gates in code: a PII scrub before any reader sees a word, and a schema plus an exact quote check before anything is stored. The frontier editor agent reads existing themes first, then files each new claim: append or open, with one line of why. A golden set runs every night so drift fails the job. All nightly.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Ask. The ask agent answers only from the library. It never queries Gong or Salesforce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Scope. Built only what the brief asked for. A wider scrub, a wider golden set, live connectors and an approve gate are drawn on the system; a database, sign-in with memory, status per theme, weekly notes, more sources, per-account and trend views are listed for later. None of it is 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Appendix. The stack, the model tiers, the size of the mock data, the checks in code including that every agent answers only through a schema, the hosting, and the first week of real numbers. Every one of these was a choice; the point is that nothing here is accidental.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/ Bug Requests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23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F5E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prioritized digest for the product team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Jim Mehta  ·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hears a fraction of what customers and prospects ask for</a:t>
            </a:r>
            <a:endParaRPr lang="en-US" sz="2200" dirty="0"/>
          </a:p>
        </p:txBody>
      </p:sp>
      <p:pic>
        <p:nvPicPr>
          <p:cNvPr id="4" name="Image 0" descr="png/body/slid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9383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request lands in one ranked list, with the customer's own words attached</a:t>
            </a:r>
            <a:endParaRPr lang="en-US" sz="2200" dirty="0"/>
          </a:p>
        </p:txBody>
      </p:sp>
      <p:pic>
        <p:nvPicPr>
          <p:cNvPr id="4" name="Image 0" descr="png/body/slid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5816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system: two sources, three agents, one git library, one product team</a:t>
            </a:r>
            <a:endParaRPr lang="en-US" sz="2200" dirty="0"/>
          </a:p>
        </p:txBody>
      </p:sp>
      <p:pic>
        <p:nvPicPr>
          <p:cNvPr id="4" name="Image 0" descr="png/body/slid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304688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 agents turn conversations into records; the editor agent sorts records into themes</a:t>
            </a:r>
            <a:endParaRPr lang="en-US" sz="2200" dirty="0"/>
          </a:p>
        </p:txBody>
      </p:sp>
      <p:pic>
        <p:nvPicPr>
          <p:cNvPr id="4" name="Image 0" descr="png/body/slid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93705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why a theme matters; the answer comes from the library, with the customer's words</a:t>
            </a:r>
            <a:endParaRPr lang="en-US" sz="2200" dirty="0"/>
          </a:p>
        </p:txBody>
      </p:sp>
      <p:pic>
        <p:nvPicPr>
          <p:cNvPr id="4" name="Image 0" descr="png/body/slide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8046720" cy="28228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the brief; the next steps are designed, not built</a:t>
            </a:r>
            <a:endParaRPr lang="en-US" sz="2200" dirty="0"/>
          </a:p>
        </p:txBody>
      </p:sp>
      <p:pic>
        <p:nvPicPr>
          <p:cNvPr id="4" name="Image 0" descr="png/body/slide-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085575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182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7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C2C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the decisions behind it</a:t>
            </a:r>
            <a:endParaRPr lang="en-US" sz="2200" dirty="0"/>
          </a:p>
        </p:txBody>
      </p:sp>
      <p:pic>
        <p:nvPicPr>
          <p:cNvPr id="4" name="Image 0" descr="png/body/slide-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259982" cy="3291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Feature / Bug Requests</dc:title>
  <dc:subject>PptxGenJS Presentation</dc:subject>
  <dc:creator>Jim Mehta</dc:creator>
  <cp:lastModifiedBy>Jim Mehta</cp:lastModifiedBy>
  <cp:revision>1</cp:revision>
  <dcterms:created xsi:type="dcterms:W3CDTF">2026-09-15T22:45:27Z</dcterms:created>
  <dcterms:modified xsi:type="dcterms:W3CDTF">2026-09-15T22:45:27Z</dcterms:modified>
</cp:coreProperties>
</file>